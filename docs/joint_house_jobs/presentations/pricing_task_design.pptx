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2FA327-BE4E-4A9C-A984-AE6A296CAFC8}" v="80" dt="2025-01-27T21:51:30.5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nett, Murray" userId="b73b206c-3618-4fda-b69d-4c5791757ce7" providerId="ADAL" clId="{962FA327-BE4E-4A9C-A984-AE6A296CAFC8}"/>
    <pc:docChg chg="undo custSel addSld modSld">
      <pc:chgData name="Bennett, Murray" userId="b73b206c-3618-4fda-b69d-4c5791757ce7" providerId="ADAL" clId="{962FA327-BE4E-4A9C-A984-AE6A296CAFC8}" dt="2025-01-27T22:14:59.421" v="1581" actId="20577"/>
      <pc:docMkLst>
        <pc:docMk/>
      </pc:docMkLst>
      <pc:sldChg chg="addSp delSp modSp new mod">
        <pc:chgData name="Bennett, Murray" userId="b73b206c-3618-4fda-b69d-4c5791757ce7" providerId="ADAL" clId="{962FA327-BE4E-4A9C-A984-AE6A296CAFC8}" dt="2025-01-27T22:14:59.421" v="1581" actId="20577"/>
        <pc:sldMkLst>
          <pc:docMk/>
          <pc:sldMk cId="3479566889" sldId="259"/>
        </pc:sldMkLst>
        <pc:spChg chg="mod">
          <ac:chgData name="Bennett, Murray" userId="b73b206c-3618-4fda-b69d-4c5791757ce7" providerId="ADAL" clId="{962FA327-BE4E-4A9C-A984-AE6A296CAFC8}" dt="2025-01-27T20:41:36.131" v="8" actId="20577"/>
          <ac:spMkLst>
            <pc:docMk/>
            <pc:sldMk cId="3479566889" sldId="259"/>
            <ac:spMk id="2" creationId="{E0E1B3E5-5E74-7B6E-028A-E00CD8051AFA}"/>
          </ac:spMkLst>
        </pc:spChg>
        <pc:spChg chg="mod">
          <ac:chgData name="Bennett, Murray" userId="b73b206c-3618-4fda-b69d-4c5791757ce7" providerId="ADAL" clId="{962FA327-BE4E-4A9C-A984-AE6A296CAFC8}" dt="2025-01-27T22:14:59.421" v="1581" actId="20577"/>
          <ac:spMkLst>
            <pc:docMk/>
            <pc:sldMk cId="3479566889" sldId="259"/>
            <ac:spMk id="3" creationId="{003744AF-7DFE-6F15-CB07-E6E46BC72BAA}"/>
          </ac:spMkLst>
        </pc:spChg>
        <pc:spChg chg="add mod">
          <ac:chgData name="Bennett, Murray" userId="b73b206c-3618-4fda-b69d-4c5791757ce7" providerId="ADAL" clId="{962FA327-BE4E-4A9C-A984-AE6A296CAFC8}" dt="2025-01-27T21:45:17.869" v="1170" actId="21"/>
          <ac:spMkLst>
            <pc:docMk/>
            <pc:sldMk cId="3479566889" sldId="259"/>
            <ac:spMk id="6" creationId="{C5B0C750-F440-3C36-4088-014B8B07245A}"/>
          </ac:spMkLst>
        </pc:spChg>
        <pc:spChg chg="add del mod">
          <ac:chgData name="Bennett, Murray" userId="b73b206c-3618-4fda-b69d-4c5791757ce7" providerId="ADAL" clId="{962FA327-BE4E-4A9C-A984-AE6A296CAFC8}" dt="2025-01-27T20:57:00.165" v="240" actId="478"/>
          <ac:spMkLst>
            <pc:docMk/>
            <pc:sldMk cId="3479566889" sldId="259"/>
            <ac:spMk id="8" creationId="{6DA5547A-2787-93B5-675C-94EBAA54D3F4}"/>
          </ac:spMkLst>
        </pc:spChg>
        <pc:picChg chg="add del mod modCrop">
          <ac:chgData name="Bennett, Murray" userId="b73b206c-3618-4fda-b69d-4c5791757ce7" providerId="ADAL" clId="{962FA327-BE4E-4A9C-A984-AE6A296CAFC8}" dt="2025-01-27T21:51:29.883" v="1351" actId="21"/>
          <ac:picMkLst>
            <pc:docMk/>
            <pc:sldMk cId="3479566889" sldId="259"/>
            <ac:picMk id="5" creationId="{DF2918CA-05BF-8A5E-E627-9D68F6B93431}"/>
          </ac:picMkLst>
        </pc:picChg>
        <pc:picChg chg="add del mod">
          <ac:chgData name="Bennett, Murray" userId="b73b206c-3618-4fda-b69d-4c5791757ce7" providerId="ADAL" clId="{962FA327-BE4E-4A9C-A984-AE6A296CAFC8}" dt="2025-01-27T20:42:25.621" v="34" actId="478"/>
          <ac:picMkLst>
            <pc:docMk/>
            <pc:sldMk cId="3479566889" sldId="259"/>
            <ac:picMk id="7" creationId="{5012E076-E7AB-9618-F7F4-FEE9C9261DD6}"/>
          </ac:picMkLst>
        </pc:picChg>
      </pc:sldChg>
      <pc:sldChg chg="addSp delSp modSp add mod modAnim">
        <pc:chgData name="Bennett, Murray" userId="b73b206c-3618-4fda-b69d-4c5791757ce7" providerId="ADAL" clId="{962FA327-BE4E-4A9C-A984-AE6A296CAFC8}" dt="2025-01-27T21:50:18.053" v="1289" actId="14100"/>
        <pc:sldMkLst>
          <pc:docMk/>
          <pc:sldMk cId="66231378" sldId="260"/>
        </pc:sldMkLst>
        <pc:spChg chg="del">
          <ac:chgData name="Bennett, Murray" userId="b73b206c-3618-4fda-b69d-4c5791757ce7" providerId="ADAL" clId="{962FA327-BE4E-4A9C-A984-AE6A296CAFC8}" dt="2025-01-27T20:43:15.537" v="44" actId="478"/>
          <ac:spMkLst>
            <pc:docMk/>
            <pc:sldMk cId="66231378" sldId="260"/>
            <ac:spMk id="2" creationId="{292566C4-FB60-6C67-C279-51559DB41367}"/>
          </ac:spMkLst>
        </pc:spChg>
        <pc:spChg chg="del">
          <ac:chgData name="Bennett, Murray" userId="b73b206c-3618-4fda-b69d-4c5791757ce7" providerId="ADAL" clId="{962FA327-BE4E-4A9C-A984-AE6A296CAFC8}" dt="2025-01-27T20:43:10.576" v="41" actId="478"/>
          <ac:spMkLst>
            <pc:docMk/>
            <pc:sldMk cId="66231378" sldId="260"/>
            <ac:spMk id="3" creationId="{AE71AFD1-CDA4-ECE8-4EFE-675A55D5965E}"/>
          </ac:spMkLst>
        </pc:spChg>
        <pc:spChg chg="del">
          <ac:chgData name="Bennett, Murray" userId="b73b206c-3618-4fda-b69d-4c5791757ce7" providerId="ADAL" clId="{962FA327-BE4E-4A9C-A984-AE6A296CAFC8}" dt="2025-01-27T20:43:14.086" v="43" actId="478"/>
          <ac:spMkLst>
            <pc:docMk/>
            <pc:sldMk cId="66231378" sldId="260"/>
            <ac:spMk id="6" creationId="{C255EB79-95B7-379B-EB12-200A5DECA09D}"/>
          </ac:spMkLst>
        </pc:spChg>
        <pc:spChg chg="add del mod">
          <ac:chgData name="Bennett, Murray" userId="b73b206c-3618-4fda-b69d-4c5791757ce7" providerId="ADAL" clId="{962FA327-BE4E-4A9C-A984-AE6A296CAFC8}" dt="2025-01-27T20:43:12.477" v="42" actId="478"/>
          <ac:spMkLst>
            <pc:docMk/>
            <pc:sldMk cId="66231378" sldId="260"/>
            <ac:spMk id="7" creationId="{F447AE1D-D257-43E4-CF81-43C8E2ABA5D4}"/>
          </ac:spMkLst>
        </pc:spChg>
        <pc:spChg chg="mod">
          <ac:chgData name="Bennett, Murray" userId="b73b206c-3618-4fda-b69d-4c5791757ce7" providerId="ADAL" clId="{962FA327-BE4E-4A9C-A984-AE6A296CAFC8}" dt="2025-01-27T21:26:02.537" v="985" actId="962"/>
          <ac:spMkLst>
            <pc:docMk/>
            <pc:sldMk cId="66231378" sldId="260"/>
            <ac:spMk id="8" creationId="{889F8F12-77EB-B456-464C-E8537C19E1A9}"/>
          </ac:spMkLst>
        </pc:spChg>
        <pc:spChg chg="add del mod">
          <ac:chgData name="Bennett, Murray" userId="b73b206c-3618-4fda-b69d-4c5791757ce7" providerId="ADAL" clId="{962FA327-BE4E-4A9C-A984-AE6A296CAFC8}" dt="2025-01-27T20:43:16.754" v="45" actId="478"/>
          <ac:spMkLst>
            <pc:docMk/>
            <pc:sldMk cId="66231378" sldId="260"/>
            <ac:spMk id="10" creationId="{B88FE70A-103B-B45F-3F10-C94FC3EAD481}"/>
          </ac:spMkLst>
        </pc:spChg>
        <pc:spChg chg="add mod">
          <ac:chgData name="Bennett, Murray" userId="b73b206c-3618-4fda-b69d-4c5791757ce7" providerId="ADAL" clId="{962FA327-BE4E-4A9C-A984-AE6A296CAFC8}" dt="2025-01-27T21:26:06.002" v="986" actId="962"/>
          <ac:spMkLst>
            <pc:docMk/>
            <pc:sldMk cId="66231378" sldId="260"/>
            <ac:spMk id="11" creationId="{9D61BB72-C8E8-FA6A-17BC-AAF7FA01BCB8}"/>
          </ac:spMkLst>
        </pc:spChg>
        <pc:spChg chg="add mod">
          <ac:chgData name="Bennett, Murray" userId="b73b206c-3618-4fda-b69d-4c5791757ce7" providerId="ADAL" clId="{962FA327-BE4E-4A9C-A984-AE6A296CAFC8}" dt="2025-01-27T21:29:38.987" v="1122" actId="1037"/>
          <ac:spMkLst>
            <pc:docMk/>
            <pc:sldMk cId="66231378" sldId="260"/>
            <ac:spMk id="34" creationId="{82634DD1-0C44-DB7C-1428-21E5BED2C7BF}"/>
          </ac:spMkLst>
        </pc:spChg>
        <pc:spChg chg="add mod">
          <ac:chgData name="Bennett, Murray" userId="b73b206c-3618-4fda-b69d-4c5791757ce7" providerId="ADAL" clId="{962FA327-BE4E-4A9C-A984-AE6A296CAFC8}" dt="2025-01-27T21:25:30.851" v="981" actId="962"/>
          <ac:spMkLst>
            <pc:docMk/>
            <pc:sldMk cId="66231378" sldId="260"/>
            <ac:spMk id="35" creationId="{29909F32-612A-B8C1-77AB-28EDC0EBECFC}"/>
          </ac:spMkLst>
        </pc:spChg>
        <pc:spChg chg="add mod">
          <ac:chgData name="Bennett, Murray" userId="b73b206c-3618-4fda-b69d-4c5791757ce7" providerId="ADAL" clId="{962FA327-BE4E-4A9C-A984-AE6A296CAFC8}" dt="2025-01-27T21:25:27.551" v="980" actId="962"/>
          <ac:spMkLst>
            <pc:docMk/>
            <pc:sldMk cId="66231378" sldId="260"/>
            <ac:spMk id="36" creationId="{E7708E9E-AA02-1F4D-B0D0-1F93A1BFF89F}"/>
          </ac:spMkLst>
        </pc:spChg>
        <pc:spChg chg="add del mod">
          <ac:chgData name="Bennett, Murray" userId="b73b206c-3618-4fda-b69d-4c5791757ce7" providerId="ADAL" clId="{962FA327-BE4E-4A9C-A984-AE6A296CAFC8}" dt="2025-01-27T21:42:39.034" v="1146" actId="478"/>
          <ac:spMkLst>
            <pc:docMk/>
            <pc:sldMk cId="66231378" sldId="260"/>
            <ac:spMk id="37" creationId="{91354EBB-98FD-F44D-0894-9D636A8FF6A5}"/>
          </ac:spMkLst>
        </pc:spChg>
        <pc:spChg chg="add del mod">
          <ac:chgData name="Bennett, Murray" userId="b73b206c-3618-4fda-b69d-4c5791757ce7" providerId="ADAL" clId="{962FA327-BE4E-4A9C-A984-AE6A296CAFC8}" dt="2025-01-27T20:52:17.673" v="135"/>
          <ac:spMkLst>
            <pc:docMk/>
            <pc:sldMk cId="66231378" sldId="260"/>
            <ac:spMk id="38" creationId="{96A1177F-3924-A3BC-B6BF-3875BD3F9E77}"/>
          </ac:spMkLst>
        </pc:spChg>
        <pc:spChg chg="add mod">
          <ac:chgData name="Bennett, Murray" userId="b73b206c-3618-4fda-b69d-4c5791757ce7" providerId="ADAL" clId="{962FA327-BE4E-4A9C-A984-AE6A296CAFC8}" dt="2025-01-27T21:43:32.398" v="1155" actId="164"/>
          <ac:spMkLst>
            <pc:docMk/>
            <pc:sldMk cId="66231378" sldId="260"/>
            <ac:spMk id="44" creationId="{DDB5FA4A-BBE6-2FE5-FDA2-5BD78F54C40E}"/>
          </ac:spMkLst>
        </pc:spChg>
        <pc:spChg chg="add mod ord">
          <ac:chgData name="Bennett, Murray" userId="b73b206c-3618-4fda-b69d-4c5791757ce7" providerId="ADAL" clId="{962FA327-BE4E-4A9C-A984-AE6A296CAFC8}" dt="2025-01-27T21:50:15.536" v="1288" actId="14100"/>
          <ac:spMkLst>
            <pc:docMk/>
            <pc:sldMk cId="66231378" sldId="260"/>
            <ac:spMk id="46" creationId="{A9C779E1-CAA4-3CE8-4398-C829AA5530A5}"/>
          </ac:spMkLst>
        </pc:spChg>
        <pc:spChg chg="add mod ord">
          <ac:chgData name="Bennett, Murray" userId="b73b206c-3618-4fda-b69d-4c5791757ce7" providerId="ADAL" clId="{962FA327-BE4E-4A9C-A984-AE6A296CAFC8}" dt="2025-01-27T21:50:18.053" v="1289" actId="14100"/>
          <ac:spMkLst>
            <pc:docMk/>
            <pc:sldMk cId="66231378" sldId="260"/>
            <ac:spMk id="47" creationId="{173CF13B-0CA4-1FD7-6038-52CE39F0DC3C}"/>
          </ac:spMkLst>
        </pc:spChg>
        <pc:spChg chg="add mod ord">
          <ac:chgData name="Bennett, Murray" userId="b73b206c-3618-4fda-b69d-4c5791757ce7" providerId="ADAL" clId="{962FA327-BE4E-4A9C-A984-AE6A296CAFC8}" dt="2025-01-27T21:48:13.093" v="1253" actId="14100"/>
          <ac:spMkLst>
            <pc:docMk/>
            <pc:sldMk cId="66231378" sldId="260"/>
            <ac:spMk id="50" creationId="{A9678980-844E-D470-01FB-19C564417517}"/>
          </ac:spMkLst>
        </pc:spChg>
        <pc:grpChg chg="add mod">
          <ac:chgData name="Bennett, Murray" userId="b73b206c-3618-4fda-b69d-4c5791757ce7" providerId="ADAL" clId="{962FA327-BE4E-4A9C-A984-AE6A296CAFC8}" dt="2025-01-27T20:53:32.569" v="160" actId="164"/>
          <ac:grpSpMkLst>
            <pc:docMk/>
            <pc:sldMk cId="66231378" sldId="260"/>
            <ac:grpSpMk id="12" creationId="{1F3AD6C7-B8EE-7295-E8C9-4F8DA925970B}"/>
          </ac:grpSpMkLst>
        </pc:grpChg>
        <pc:grpChg chg="add mod">
          <ac:chgData name="Bennett, Murray" userId="b73b206c-3618-4fda-b69d-4c5791757ce7" providerId="ADAL" clId="{962FA327-BE4E-4A9C-A984-AE6A296CAFC8}" dt="2025-01-27T21:43:21.266" v="1152" actId="164"/>
          <ac:grpSpMkLst>
            <pc:docMk/>
            <pc:sldMk cId="66231378" sldId="260"/>
            <ac:grpSpMk id="43" creationId="{1000018B-FB6D-16BC-A7D3-5C14B79EA63C}"/>
          </ac:grpSpMkLst>
        </pc:grpChg>
        <pc:grpChg chg="add mod">
          <ac:chgData name="Bennett, Murray" userId="b73b206c-3618-4fda-b69d-4c5791757ce7" providerId="ADAL" clId="{962FA327-BE4E-4A9C-A984-AE6A296CAFC8}" dt="2025-01-27T21:43:32.398" v="1155" actId="164"/>
          <ac:grpSpMkLst>
            <pc:docMk/>
            <pc:sldMk cId="66231378" sldId="260"/>
            <ac:grpSpMk id="53" creationId="{B0532227-76BC-EC84-65BF-1628455E1441}"/>
          </ac:grpSpMkLst>
        </pc:grpChg>
        <pc:grpChg chg="add mod">
          <ac:chgData name="Bennett, Murray" userId="b73b206c-3618-4fda-b69d-4c5791757ce7" providerId="ADAL" clId="{962FA327-BE4E-4A9C-A984-AE6A296CAFC8}" dt="2025-01-27T21:43:32.398" v="1155" actId="164"/>
          <ac:grpSpMkLst>
            <pc:docMk/>
            <pc:sldMk cId="66231378" sldId="260"/>
            <ac:grpSpMk id="54" creationId="{3F0C733F-1E3E-C5B1-6FB7-AE13C973058E}"/>
          </ac:grpSpMkLst>
        </pc:grpChg>
        <pc:graphicFrameChg chg="add mod ord modGraphic">
          <ac:chgData name="Bennett, Murray" userId="b73b206c-3618-4fda-b69d-4c5791757ce7" providerId="ADAL" clId="{962FA327-BE4E-4A9C-A984-AE6A296CAFC8}" dt="2025-01-27T21:47:19.274" v="1248" actId="13244"/>
          <ac:graphicFrameMkLst>
            <pc:docMk/>
            <pc:sldMk cId="66231378" sldId="260"/>
            <ac:graphicFrameMk id="45" creationId="{930DC177-616D-C3AF-AE28-89602EB2C526}"/>
          </ac:graphicFrameMkLst>
        </pc:graphicFrameChg>
        <pc:picChg chg="del mod">
          <ac:chgData name="Bennett, Murray" userId="b73b206c-3618-4fda-b69d-4c5791757ce7" providerId="ADAL" clId="{962FA327-BE4E-4A9C-A984-AE6A296CAFC8}" dt="2025-01-27T21:23:03.173" v="969" actId="478"/>
          <ac:picMkLst>
            <pc:docMk/>
            <pc:sldMk cId="66231378" sldId="260"/>
            <ac:picMk id="5" creationId="{D8ED4DE6-8DF9-B590-478E-1E4C5A9CF357}"/>
          </ac:picMkLst>
        </pc:picChg>
        <pc:picChg chg="add mod">
          <ac:chgData name="Bennett, Murray" userId="b73b206c-3618-4fda-b69d-4c5791757ce7" providerId="ADAL" clId="{962FA327-BE4E-4A9C-A984-AE6A296CAFC8}" dt="2025-01-27T21:42:51.990" v="1147" actId="1076"/>
          <ac:picMkLst>
            <pc:docMk/>
            <pc:sldMk cId="66231378" sldId="260"/>
            <ac:picMk id="40" creationId="{431E687F-047A-3DA9-4B77-D20DB88F4A4E}"/>
          </ac:picMkLst>
        </pc:picChg>
        <pc:picChg chg="add mod">
          <ac:chgData name="Bennett, Murray" userId="b73b206c-3618-4fda-b69d-4c5791757ce7" providerId="ADAL" clId="{962FA327-BE4E-4A9C-A984-AE6A296CAFC8}" dt="2025-01-27T21:42:51.990" v="1147" actId="1076"/>
          <ac:picMkLst>
            <pc:docMk/>
            <pc:sldMk cId="66231378" sldId="260"/>
            <ac:picMk id="42" creationId="{385C7B3A-E7AA-EE00-1DDE-87ACB5762846}"/>
          </ac:picMkLst>
        </pc:picChg>
        <pc:picChg chg="add mod">
          <ac:chgData name="Bennett, Murray" userId="b73b206c-3618-4fda-b69d-4c5791757ce7" providerId="ADAL" clId="{962FA327-BE4E-4A9C-A984-AE6A296CAFC8}" dt="2025-01-27T21:43:32.398" v="1155" actId="164"/>
          <ac:picMkLst>
            <pc:docMk/>
            <pc:sldMk cId="66231378" sldId="260"/>
            <ac:picMk id="49" creationId="{C7CBD7CF-3B82-1789-EB67-2254E1577966}"/>
          </ac:picMkLst>
        </pc:picChg>
        <pc:picChg chg="add mod">
          <ac:chgData name="Bennett, Murray" userId="b73b206c-3618-4fda-b69d-4c5791757ce7" providerId="ADAL" clId="{962FA327-BE4E-4A9C-A984-AE6A296CAFC8}" dt="2025-01-27T21:43:21.266" v="1152" actId="164"/>
          <ac:picMkLst>
            <pc:docMk/>
            <pc:sldMk cId="66231378" sldId="260"/>
            <ac:picMk id="52" creationId="{F005429A-704C-54F6-1E20-B523A5282B12}"/>
          </ac:picMkLst>
        </pc:picChg>
        <pc:cxnChg chg="add del mod">
          <ac:chgData name="Bennett, Murray" userId="b73b206c-3618-4fda-b69d-4c5791757ce7" providerId="ADAL" clId="{962FA327-BE4E-4A9C-A984-AE6A296CAFC8}" dt="2025-01-27T20:45:11.673" v="66" actId="478"/>
          <ac:cxnSpMkLst>
            <pc:docMk/>
            <pc:sldMk cId="66231378" sldId="260"/>
            <ac:cxnSpMk id="14" creationId="{5432C60F-E9F8-92DC-140B-B96040C25716}"/>
          </ac:cxnSpMkLst>
        </pc:cxnChg>
        <pc:cxnChg chg="add del mod">
          <ac:chgData name="Bennett, Murray" userId="b73b206c-3618-4fda-b69d-4c5791757ce7" providerId="ADAL" clId="{962FA327-BE4E-4A9C-A984-AE6A296CAFC8}" dt="2025-01-27T20:50:32.732" v="111" actId="478"/>
          <ac:cxnSpMkLst>
            <pc:docMk/>
            <pc:sldMk cId="66231378" sldId="260"/>
            <ac:cxnSpMk id="16" creationId="{1786999D-F5DC-008B-79F4-C0D1DBA75981}"/>
          </ac:cxnSpMkLst>
        </pc:cxnChg>
        <pc:cxnChg chg="add del mod">
          <ac:chgData name="Bennett, Murray" userId="b73b206c-3618-4fda-b69d-4c5791757ce7" providerId="ADAL" clId="{962FA327-BE4E-4A9C-A984-AE6A296CAFC8}" dt="2025-01-27T20:47:06.568" v="75" actId="478"/>
          <ac:cxnSpMkLst>
            <pc:docMk/>
            <pc:sldMk cId="66231378" sldId="260"/>
            <ac:cxnSpMk id="17" creationId="{1A98A415-AD91-0564-DE31-9DC8BB4ED9EB}"/>
          </ac:cxnSpMkLst>
        </pc:cxnChg>
        <pc:cxnChg chg="add del mod">
          <ac:chgData name="Bennett, Murray" userId="b73b206c-3618-4fda-b69d-4c5791757ce7" providerId="ADAL" clId="{962FA327-BE4E-4A9C-A984-AE6A296CAFC8}" dt="2025-01-27T20:50:31.622" v="110" actId="478"/>
          <ac:cxnSpMkLst>
            <pc:docMk/>
            <pc:sldMk cId="66231378" sldId="260"/>
            <ac:cxnSpMk id="20" creationId="{B2F1DA1D-3627-1C8C-4B5C-CE9DFF99126D}"/>
          </ac:cxnSpMkLst>
        </pc:cxnChg>
        <pc:cxnChg chg="add del mod">
          <ac:chgData name="Bennett, Murray" userId="b73b206c-3618-4fda-b69d-4c5791757ce7" providerId="ADAL" clId="{962FA327-BE4E-4A9C-A984-AE6A296CAFC8}" dt="2025-01-27T20:50:40.190" v="113" actId="478"/>
          <ac:cxnSpMkLst>
            <pc:docMk/>
            <pc:sldMk cId="66231378" sldId="260"/>
            <ac:cxnSpMk id="21" creationId="{D8EB595B-AA1A-18C0-F3B9-B1D0A0BA7996}"/>
          </ac:cxnSpMkLst>
        </pc:cxnChg>
        <pc:cxnChg chg="add del mod">
          <ac:chgData name="Bennett, Murray" userId="b73b206c-3618-4fda-b69d-4c5791757ce7" providerId="ADAL" clId="{962FA327-BE4E-4A9C-A984-AE6A296CAFC8}" dt="2025-01-27T20:50:40.190" v="113" actId="478"/>
          <ac:cxnSpMkLst>
            <pc:docMk/>
            <pc:sldMk cId="66231378" sldId="260"/>
            <ac:cxnSpMk id="22" creationId="{68B434A3-A2E8-B555-2557-9CBEB8FE31AF}"/>
          </ac:cxnSpMkLst>
        </pc:cxnChg>
        <pc:cxnChg chg="add del mod">
          <ac:chgData name="Bennett, Murray" userId="b73b206c-3618-4fda-b69d-4c5791757ce7" providerId="ADAL" clId="{962FA327-BE4E-4A9C-A984-AE6A296CAFC8}" dt="2025-01-27T20:50:40.190" v="113" actId="478"/>
          <ac:cxnSpMkLst>
            <pc:docMk/>
            <pc:sldMk cId="66231378" sldId="260"/>
            <ac:cxnSpMk id="23" creationId="{227C748B-AA00-7FF0-3DA6-0463FBB9BAED}"/>
          </ac:cxnSpMkLst>
        </pc:cxnChg>
        <pc:cxnChg chg="add del mod">
          <ac:chgData name="Bennett, Murray" userId="b73b206c-3618-4fda-b69d-4c5791757ce7" providerId="ADAL" clId="{962FA327-BE4E-4A9C-A984-AE6A296CAFC8}" dt="2025-01-27T20:50:40.190" v="113" actId="478"/>
          <ac:cxnSpMkLst>
            <pc:docMk/>
            <pc:sldMk cId="66231378" sldId="260"/>
            <ac:cxnSpMk id="24" creationId="{20CDF138-E306-FA71-B5BD-F245EFDB3A55}"/>
          </ac:cxnSpMkLst>
        </pc:cxnChg>
        <pc:cxnChg chg="add del mod">
          <ac:chgData name="Bennett, Murray" userId="b73b206c-3618-4fda-b69d-4c5791757ce7" providerId="ADAL" clId="{962FA327-BE4E-4A9C-A984-AE6A296CAFC8}" dt="2025-01-27T20:47:20.201" v="84" actId="478"/>
          <ac:cxnSpMkLst>
            <pc:docMk/>
            <pc:sldMk cId="66231378" sldId="260"/>
            <ac:cxnSpMk id="25" creationId="{934A7295-DD26-7EC5-68EE-54BE54E2A546}"/>
          </ac:cxnSpMkLst>
        </pc:cxnChg>
        <pc:cxnChg chg="add del mod">
          <ac:chgData name="Bennett, Murray" userId="b73b206c-3618-4fda-b69d-4c5791757ce7" providerId="ADAL" clId="{962FA327-BE4E-4A9C-A984-AE6A296CAFC8}" dt="2025-01-27T20:47:17.399" v="83" actId="478"/>
          <ac:cxnSpMkLst>
            <pc:docMk/>
            <pc:sldMk cId="66231378" sldId="260"/>
            <ac:cxnSpMk id="26" creationId="{E667C0BD-0A9B-1E72-8DF3-AA4436F2EFC0}"/>
          </ac:cxnSpMkLst>
        </pc:cxnChg>
        <pc:cxnChg chg="add del mod">
          <ac:chgData name="Bennett, Murray" userId="b73b206c-3618-4fda-b69d-4c5791757ce7" providerId="ADAL" clId="{962FA327-BE4E-4A9C-A984-AE6A296CAFC8}" dt="2025-01-27T20:50:31.622" v="110" actId="478"/>
          <ac:cxnSpMkLst>
            <pc:docMk/>
            <pc:sldMk cId="66231378" sldId="260"/>
            <ac:cxnSpMk id="32" creationId="{C5BA642C-8982-2E21-C0AF-A389652C98F3}"/>
          </ac:cxnSpMkLst>
        </pc:cxnChg>
        <pc:cxnChg chg="add del mod">
          <ac:chgData name="Bennett, Murray" userId="b73b206c-3618-4fda-b69d-4c5791757ce7" providerId="ADAL" clId="{962FA327-BE4E-4A9C-A984-AE6A296CAFC8}" dt="2025-01-27T20:50:31.622" v="110" actId="478"/>
          <ac:cxnSpMkLst>
            <pc:docMk/>
            <pc:sldMk cId="66231378" sldId="260"/>
            <ac:cxnSpMk id="33" creationId="{3EA42AA0-95FA-4511-A6CB-945583D62CFC}"/>
          </ac:cxnSpMkLst>
        </pc:cxnChg>
      </pc:sldChg>
      <pc:sldChg chg="addSp modSp new mod">
        <pc:chgData name="Bennett, Murray" userId="b73b206c-3618-4fda-b69d-4c5791757ce7" providerId="ADAL" clId="{962FA327-BE4E-4A9C-A984-AE6A296CAFC8}" dt="2025-01-27T21:51:34.471" v="1353" actId="1076"/>
        <pc:sldMkLst>
          <pc:docMk/>
          <pc:sldMk cId="1916998450" sldId="261"/>
        </pc:sldMkLst>
        <pc:picChg chg="add mod">
          <ac:chgData name="Bennett, Murray" userId="b73b206c-3618-4fda-b69d-4c5791757ce7" providerId="ADAL" clId="{962FA327-BE4E-4A9C-A984-AE6A296CAFC8}" dt="2025-01-27T21:51:34.471" v="1353" actId="1076"/>
          <ac:picMkLst>
            <pc:docMk/>
            <pc:sldMk cId="1916998450" sldId="261"/>
            <ac:picMk id="5" creationId="{DF2918CA-05BF-8A5E-E627-9D68F6B9343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AEE46-3B9A-2FE7-95EA-7EBD01512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9712B-A6E4-F372-D6C2-650AC4752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01EFC-F8B5-06F6-63EE-19B82516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B947-4C61-4514-A6AC-FC191BC256A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02EC2-0A1A-8136-6C08-35114D41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2FA77-97D0-9729-41A0-78DDBE5FF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8CCF-83AD-4CA0-BC0A-50E7AA1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9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2FEF0-2BE6-9426-1E9E-E22BB954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C8F5B-100A-B5AF-9EB6-ED8E796FD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4BA96-F0C8-09B2-F9D4-2FCC72BBA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B947-4C61-4514-A6AC-FC191BC256A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3E068-BE1E-37B1-CD9F-8AEDDA72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3C251-3194-98AE-4308-4E3BB275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8CCF-83AD-4CA0-BC0A-50E7AA1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87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A2A0-1EC6-5C98-8788-5B096265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CAC29-D34D-939A-48CD-3BB59073D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3DE56-D672-91CA-0A35-A548BCA6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B947-4C61-4514-A6AC-FC191BC256A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60916-FE43-3442-3216-8C9282413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266C8-ED21-4395-BCD7-659A776B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8CCF-83AD-4CA0-BC0A-50E7AA1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02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687E-8CCF-43F4-552D-ED863ACB0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1AC51-13D1-D5CA-FEB5-DC6670E49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07B9A-530A-ACB3-E117-568846661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BAC56-4F02-9F16-A233-AE25470D1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B947-4C61-4514-A6AC-FC191BC256A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2833C-CDD3-59CD-BFDF-1A5741C0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604ED-889F-9A42-D38C-D59C3B3C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8CCF-83AD-4CA0-BC0A-50E7AA1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6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43BE-E790-5843-C05D-3065E6170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139E0-8B81-EF59-75A6-8F63E87CC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BD5C5-DCAD-39EC-413F-C29463AF9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447D8-7579-267D-21F0-01474605FF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4399-4735-E06C-7591-349A225F6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77560E-C560-F414-58D3-4523A95E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B947-4C61-4514-A6AC-FC191BC256A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B686D3-937C-5B32-9E53-2D466453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D36263-207E-B4B0-9442-5244E4CF3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8CCF-83AD-4CA0-BC0A-50E7AA1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38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32DBF-026E-B8E7-1C7B-7D4C65999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90DD6-646E-FCBD-CE3A-562825C79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B947-4C61-4514-A6AC-FC191BC256A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7C511-2AB6-F0AB-4949-143D9679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E4EC4-3639-3606-770C-31CFB9357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8CCF-83AD-4CA0-BC0A-50E7AA1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6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F31115-350B-D754-9463-A5085874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B947-4C61-4514-A6AC-FC191BC256A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E7FE8-7FEE-6D32-B423-668E0A32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41D74-93A4-1DE6-1221-3BD4650A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8CCF-83AD-4CA0-BC0A-50E7AA1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20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CE62D-F587-0368-EC5D-5C247E9B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235A9-ABCB-37AC-F78B-03ABBA368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BEDCB-8A41-F4E7-E522-E221C0557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CDFC2-ABFE-0CE3-C80A-F3A788D2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B947-4C61-4514-A6AC-FC191BC256A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08014-6BB2-4A04-B1B7-63DC826E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F936F-CF45-0AE9-7611-C38CB055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8CCF-83AD-4CA0-BC0A-50E7AA1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0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D15C-12D2-9B8A-BD36-913D9A4B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8660-6FE4-5537-2928-AF9B672C6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564E4-347A-EAF8-41F5-D98266C34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4F7E9-6FE4-B301-4D64-FED582E12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B947-4C61-4514-A6AC-FC191BC256A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42FF9-8F39-0EE7-A841-1D7A62D6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3F494-B5C1-EF03-E2D2-8C6897E28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8CCF-83AD-4CA0-BC0A-50E7AA1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75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FE81-8DB2-176F-86B0-6984C7E8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33720-2D36-595B-556A-6F1B793EB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02001-F95B-7B92-4730-1387BC31D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B947-4C61-4514-A6AC-FC191BC256A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78C32-BD85-4427-3772-DAA2247B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8DA57-37D9-9080-8E70-31445BEB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8CCF-83AD-4CA0-BC0A-50E7AA1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31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C3BEB6-195B-147F-4B07-F4921CF62A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2B0AD-140A-0878-CA37-4EB216367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50541-8048-51DB-6EBD-ACADD820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B947-4C61-4514-A6AC-FC191BC256A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CDB1B-C4D4-6484-C013-8EA36BF65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7CEDB-EDBE-8290-5BEA-9766534A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48CCF-83AD-4CA0-BC0A-50E7AA1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2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BEB9E-5318-7ABE-F6A2-5DF9A51D6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D27A5-C556-F7B8-A90F-591345E44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4C841-A400-A693-9E0E-34B2A26B9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2BB947-4C61-4514-A6AC-FC191BC256A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2C692-F129-86BE-5AF5-3ABFDCFA5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1D5B6-0871-93A9-C686-C87B21B3C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C48CCF-83AD-4CA0-BC0A-50E7AA1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13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13CD-7F22-8A66-CB83-D104FED5A9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Pricing Housing &amp; Jobs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C115D-7CC6-A976-7289-D5708AD6D2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07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49B6D-FD9C-7AF6-93C8-CB973269B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2: Evaluating job and house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4A14-BA66-74CF-7E4B-D49EA2966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Questions:</a:t>
            </a:r>
          </a:p>
          <a:p>
            <a:pPr lvl="1"/>
            <a:r>
              <a:rPr lang="en-US" dirty="0"/>
              <a:t>Which attributes are most important to participants</a:t>
            </a:r>
          </a:p>
          <a:p>
            <a:pPr lvl="1"/>
            <a:r>
              <a:rPr lang="en-US" dirty="0"/>
              <a:t>How are these aspects considered by participants when evaluating their overall value</a:t>
            </a:r>
          </a:p>
          <a:p>
            <a:r>
              <a:rPr lang="en-US" dirty="0"/>
              <a:t>Pre-task:</a:t>
            </a:r>
          </a:p>
          <a:p>
            <a:pPr lvl="1"/>
            <a:r>
              <a:rPr lang="en-US" dirty="0"/>
              <a:t>Attribute selection:</a:t>
            </a:r>
          </a:p>
          <a:p>
            <a:pPr lvl="2"/>
            <a:r>
              <a:rPr lang="en-US" dirty="0"/>
              <a:t>10 most mentioned attributes of houses scraped from Zillow and Open multiple listing service (MLS) systems and job sites</a:t>
            </a:r>
          </a:p>
          <a:p>
            <a:r>
              <a:rPr lang="en-US" dirty="0"/>
              <a:t>Task:</a:t>
            </a:r>
          </a:p>
          <a:p>
            <a:pPr lvl="1"/>
            <a:r>
              <a:rPr lang="en-US" dirty="0"/>
              <a:t>Evaluate benefits, costs, risks and timelines of these job attributes.</a:t>
            </a:r>
          </a:p>
          <a:p>
            <a:pPr lvl="1"/>
            <a:r>
              <a:rPr lang="en-US" dirty="0"/>
              <a:t>Participants rate each attribute (e.g., pos social env):</a:t>
            </a:r>
          </a:p>
          <a:p>
            <a:pPr lvl="2"/>
            <a:r>
              <a:rPr lang="en-US" dirty="0"/>
              <a:t>How positive or negative is the outcome?</a:t>
            </a:r>
          </a:p>
          <a:p>
            <a:pPr lvl="2"/>
            <a:r>
              <a:rPr lang="en-US" dirty="0"/>
              <a:t>How persuasive is the attribute?</a:t>
            </a:r>
          </a:p>
          <a:p>
            <a:pPr lvl="2"/>
            <a:r>
              <a:rPr lang="en-US" dirty="0"/>
              <a:t>How likely they believe they are to encounter that attribute?</a:t>
            </a:r>
          </a:p>
          <a:p>
            <a:pPr lvl="2"/>
            <a:r>
              <a:rPr lang="en-US" dirty="0"/>
              <a:t>How long would it take to </a:t>
            </a:r>
            <a:r>
              <a:rPr lang="en-US" dirty="0" err="1"/>
              <a:t>realise</a:t>
            </a:r>
            <a:r>
              <a:rPr lang="en-US" dirty="0"/>
              <a:t> the benefits of the attribute?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8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4BF8-FB10-DDBF-F802-B4625EB1A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3: Eye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EF85E-538D-1289-10BF-8DC9F5937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Questions:</a:t>
            </a:r>
          </a:p>
          <a:p>
            <a:pPr lvl="1"/>
            <a:r>
              <a:rPr lang="en-US" dirty="0"/>
              <a:t>What is the order that people search for information?</a:t>
            </a:r>
          </a:p>
          <a:p>
            <a:pPr lvl="1"/>
            <a:r>
              <a:rPr lang="en-US" dirty="0"/>
              <a:t>What information do they attend or ignore?</a:t>
            </a:r>
          </a:p>
          <a:p>
            <a:pPr lvl="1"/>
            <a:r>
              <a:rPr lang="en-US" dirty="0"/>
              <a:t>How do different attributes determine price?</a:t>
            </a:r>
          </a:p>
          <a:p>
            <a:r>
              <a:rPr lang="en-US" dirty="0"/>
              <a:t>Pre-task</a:t>
            </a:r>
          </a:p>
          <a:p>
            <a:pPr lvl="1"/>
            <a:r>
              <a:rPr lang="en-US" dirty="0"/>
              <a:t>Participant rates quality of different attribute values.</a:t>
            </a:r>
          </a:p>
          <a:p>
            <a:r>
              <a:rPr lang="en-US" dirty="0"/>
              <a:t>Task</a:t>
            </a:r>
          </a:p>
          <a:p>
            <a:pPr lvl="1"/>
            <a:r>
              <a:rPr lang="en-US" dirty="0"/>
              <a:t>2 sessions: jobs and housing</a:t>
            </a:r>
          </a:p>
          <a:p>
            <a:pPr lvl="1"/>
            <a:r>
              <a:rPr lang="en-US" dirty="0"/>
              <a:t>Attribute display</a:t>
            </a:r>
          </a:p>
          <a:p>
            <a:pPr lvl="2"/>
            <a:r>
              <a:rPr lang="en-US" dirty="0"/>
              <a:t>4, 10, or 20 attributes of house or job in each sector</a:t>
            </a:r>
          </a:p>
          <a:p>
            <a:pPr lvl="2"/>
            <a:r>
              <a:rPr lang="en-US" dirty="0"/>
              <a:t>Vary quality (e.g., low-high physical toll for manufacturing jobs)</a:t>
            </a:r>
          </a:p>
          <a:p>
            <a:pPr lvl="2"/>
            <a:r>
              <a:rPr lang="en-US" dirty="0"/>
              <a:t>Consistent placement</a:t>
            </a:r>
          </a:p>
          <a:p>
            <a:pPr lvl="2"/>
            <a:r>
              <a:rPr lang="en-US" dirty="0"/>
              <a:t>Click to indicate readiness to enter wage demand / house bidding price via radial scale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299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B3E5-5E74-7B6E-028A-E00CD8051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744AF-7DFE-6F15-CB07-E6E46BC72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7655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2 sessions</a:t>
            </a:r>
          </a:p>
          <a:p>
            <a:pPr lvl="1"/>
            <a:r>
              <a:rPr lang="en-US" sz="2000" dirty="0"/>
              <a:t>Jobs</a:t>
            </a:r>
          </a:p>
          <a:p>
            <a:pPr lvl="1"/>
            <a:r>
              <a:rPr lang="en-US" sz="2000" dirty="0"/>
              <a:t>Housing</a:t>
            </a:r>
          </a:p>
          <a:p>
            <a:pPr lvl="1"/>
            <a:endParaRPr lang="en-US" sz="2000" dirty="0"/>
          </a:p>
          <a:p>
            <a:r>
              <a:rPr lang="en-US" sz="2400" dirty="0"/>
              <a:t>Manipulations</a:t>
            </a:r>
          </a:p>
          <a:p>
            <a:pPr lvl="1"/>
            <a:r>
              <a:rPr lang="en-US" sz="2000" i="1" dirty="0"/>
              <a:t>n </a:t>
            </a:r>
            <a:r>
              <a:rPr lang="en-US" sz="2000" dirty="0"/>
              <a:t>attributes</a:t>
            </a:r>
          </a:p>
          <a:p>
            <a:pPr lvl="2"/>
            <a:r>
              <a:rPr lang="en-US" sz="1800" dirty="0"/>
              <a:t>4, 10, 20+</a:t>
            </a:r>
          </a:p>
          <a:p>
            <a:pPr marL="914400" lvl="2" indent="0">
              <a:buNone/>
            </a:pPr>
            <a:r>
              <a:rPr lang="en-US" sz="1400" dirty="0"/>
              <a:t>(Participants rate each attribute prior to task)</a:t>
            </a:r>
          </a:p>
          <a:p>
            <a:pPr marL="914400" lvl="2" indent="0">
              <a:buNone/>
            </a:pPr>
            <a:endParaRPr lang="en-US" sz="1400" dirty="0"/>
          </a:p>
          <a:p>
            <a:pPr lvl="1"/>
            <a:r>
              <a:rPr lang="en-US" sz="2000" dirty="0"/>
              <a:t>Decision method (?)</a:t>
            </a:r>
          </a:p>
          <a:p>
            <a:pPr lvl="2"/>
            <a:r>
              <a:rPr lang="en-US" sz="1800" dirty="0"/>
              <a:t>Continuous price estimate</a:t>
            </a:r>
          </a:p>
          <a:p>
            <a:pPr lvl="2"/>
            <a:r>
              <a:rPr lang="en-US" sz="1800" dirty="0"/>
              <a:t>Discrete choice</a:t>
            </a:r>
          </a:p>
          <a:p>
            <a:pPr lvl="1"/>
            <a:r>
              <a:rPr lang="en-US" sz="2000" dirty="0"/>
              <a:t>Speed-Precision tradeoff (?)</a:t>
            </a:r>
          </a:p>
          <a:p>
            <a:pPr lvl="1"/>
            <a:r>
              <a:rPr lang="en-US" sz="2000" dirty="0"/>
              <a:t>Is delay / realized gains </a:t>
            </a:r>
            <a:r>
              <a:rPr lang="en-US" sz="2000"/>
              <a:t>a feature (?)</a:t>
            </a:r>
            <a:endParaRPr lang="en-US" sz="2000" dirty="0"/>
          </a:p>
          <a:p>
            <a:endParaRPr lang="en-US" sz="2400" dirty="0"/>
          </a:p>
          <a:p>
            <a:pPr lvl="1"/>
            <a:endParaRPr lang="en-US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B0C750-F440-3C36-4088-014B8B07245A}"/>
              </a:ext>
            </a:extLst>
          </p:cNvPr>
          <p:cNvSpPr txBox="1">
            <a:spLocks/>
          </p:cNvSpPr>
          <p:nvPr/>
        </p:nvSpPr>
        <p:spPr>
          <a:xfrm>
            <a:off x="6623304" y="1825625"/>
            <a:ext cx="27005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6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2213-6185-3A9C-E520-AA5949BE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145BF-2B3B-A6BB-711E-5C5532BB5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918CA-05BF-8A5E-E627-9D68F6B934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173" b="17517"/>
          <a:stretch/>
        </p:blipFill>
        <p:spPr>
          <a:xfrm>
            <a:off x="4515288" y="1825625"/>
            <a:ext cx="2590800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98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D385-3AF0-7618-9049-541FEFFF8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3F0C733F-1E3E-C5B1-6FB7-AE13C973058E}"/>
              </a:ext>
            </a:extLst>
          </p:cNvPr>
          <p:cNvGrpSpPr/>
          <p:nvPr/>
        </p:nvGrpSpPr>
        <p:grpSpPr>
          <a:xfrm>
            <a:off x="2991362" y="-13590"/>
            <a:ext cx="6725662" cy="5398676"/>
            <a:chOff x="2991362" y="-13590"/>
            <a:chExt cx="6725662" cy="5398676"/>
          </a:xfrm>
        </p:grpSpPr>
        <p:sp>
          <p:nvSpPr>
            <p:cNvPr id="44" name="trial_query">
              <a:extLst>
                <a:ext uri="{FF2B5EF4-FFF2-40B4-BE49-F238E27FC236}">
                  <a16:creationId xmlns:a16="http://schemas.microsoft.com/office/drawing/2014/main" id="{DDB5FA4A-BBE6-2FE5-FDA2-5BD78F54C40E}"/>
                </a:ext>
              </a:extLst>
            </p:cNvPr>
            <p:cNvSpPr txBox="1"/>
            <p:nvPr/>
          </p:nvSpPr>
          <p:spPr>
            <a:xfrm>
              <a:off x="4910101" y="1111613"/>
              <a:ext cx="23460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How much would you pay for this house?</a:t>
              </a:r>
            </a:p>
          </p:txBody>
        </p:sp>
        <p:pic>
          <p:nvPicPr>
            <p:cNvPr id="49" name="House" descr="House with solid fill">
              <a:extLst>
                <a:ext uri="{FF2B5EF4-FFF2-40B4-BE49-F238E27FC236}">
                  <a16:creationId xmlns:a16="http://schemas.microsoft.com/office/drawing/2014/main" id="{C7CBD7CF-3B82-1789-EB67-2254E1577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38708" y="332232"/>
              <a:ext cx="914400" cy="914400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0532227-76BC-EC84-65BF-1628455E1441}"/>
                </a:ext>
              </a:extLst>
            </p:cNvPr>
            <p:cNvGrpSpPr/>
            <p:nvPr/>
          </p:nvGrpSpPr>
          <p:grpSpPr>
            <a:xfrm>
              <a:off x="2991362" y="-13590"/>
              <a:ext cx="6725662" cy="5398676"/>
              <a:chOff x="2991362" y="-13590"/>
              <a:chExt cx="6725662" cy="5398676"/>
            </a:xfrm>
          </p:grpSpPr>
          <p:grpSp>
            <p:nvGrpSpPr>
              <p:cNvPr id="43" name="continuous_price_response">
                <a:extLst>
                  <a:ext uri="{FF2B5EF4-FFF2-40B4-BE49-F238E27FC236}">
                    <a16:creationId xmlns:a16="http://schemas.microsoft.com/office/drawing/2014/main" id="{1000018B-FB6D-16BC-A7D3-5C14B79EA63C}"/>
                  </a:ext>
                </a:extLst>
              </p:cNvPr>
              <p:cNvGrpSpPr/>
              <p:nvPr/>
            </p:nvGrpSpPr>
            <p:grpSpPr>
              <a:xfrm>
                <a:off x="2991362" y="-13590"/>
                <a:ext cx="6076346" cy="5398676"/>
                <a:chOff x="2991362" y="288162"/>
                <a:chExt cx="6076346" cy="5398676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1F3AD6C7-B8EE-7295-E8C9-4F8DA925970B}"/>
                    </a:ext>
                  </a:extLst>
                </p:cNvPr>
                <p:cNvGrpSpPr/>
                <p:nvPr/>
              </p:nvGrpSpPr>
              <p:grpSpPr>
                <a:xfrm>
                  <a:off x="3179064" y="633984"/>
                  <a:ext cx="5833872" cy="5052854"/>
                  <a:chOff x="3172968" y="961215"/>
                  <a:chExt cx="5833872" cy="5052854"/>
                </a:xfrm>
              </p:grpSpPr>
              <p:sp>
                <p:nvSpPr>
                  <p:cNvPr id="8" name="response_bounds">
                    <a:extLst>
                      <a:ext uri="{FF2B5EF4-FFF2-40B4-BE49-F238E27FC236}">
                        <a16:creationId xmlns:a16="http://schemas.microsoft.com/office/drawing/2014/main" id="{889F8F12-77EB-B456-464C-E8537C19E1A9}"/>
                      </a:ext>
                    </a:extLst>
                  </p:cNvPr>
                  <p:cNvSpPr/>
                  <p:nvPr/>
                </p:nvSpPr>
                <p:spPr>
                  <a:xfrm>
                    <a:off x="3285744" y="961215"/>
                    <a:ext cx="5626608" cy="4979702"/>
                  </a:xfrm>
                  <a:prstGeom prst="ellipse">
                    <a:avLst/>
                  </a:prstGeom>
                  <a:noFill/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1" name="hide_lower">
                    <a:extLst>
                      <a:ext uri="{FF2B5EF4-FFF2-40B4-BE49-F238E27FC236}">
                        <a16:creationId xmlns:a16="http://schemas.microsoft.com/office/drawing/2014/main" id="{9D61BB72-C8E8-FA6A-17BC-AAF7FA01BCB8}"/>
                      </a:ext>
                    </a:extLst>
                  </p:cNvPr>
                  <p:cNvSpPr/>
                  <p:nvPr/>
                </p:nvSpPr>
                <p:spPr>
                  <a:xfrm>
                    <a:off x="3172968" y="3451066"/>
                    <a:ext cx="5833872" cy="256300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4" name="$1">
                  <a:extLst>
                    <a:ext uri="{FF2B5EF4-FFF2-40B4-BE49-F238E27FC236}">
                      <a16:creationId xmlns:a16="http://schemas.microsoft.com/office/drawing/2014/main" id="{82634DD1-0C44-DB7C-1428-21E5BED2C7BF}"/>
                    </a:ext>
                  </a:extLst>
                </p:cNvPr>
                <p:cNvSpPr txBox="1"/>
                <p:nvPr/>
              </p:nvSpPr>
              <p:spPr>
                <a:xfrm>
                  <a:off x="2991362" y="2754503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$</a:t>
                  </a:r>
                </a:p>
              </p:txBody>
            </p:sp>
            <p:sp>
              <p:nvSpPr>
                <p:cNvPr id="35" name="$2">
                  <a:extLst>
                    <a:ext uri="{FF2B5EF4-FFF2-40B4-BE49-F238E27FC236}">
                      <a16:creationId xmlns:a16="http://schemas.microsoft.com/office/drawing/2014/main" id="{29909F32-612A-B8C1-77AB-28EDC0EBECFC}"/>
                    </a:ext>
                  </a:extLst>
                </p:cNvPr>
                <p:cNvSpPr txBox="1"/>
                <p:nvPr/>
              </p:nvSpPr>
              <p:spPr>
                <a:xfrm>
                  <a:off x="3618248" y="1171162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$$</a:t>
                  </a:r>
                </a:p>
              </p:txBody>
            </p:sp>
            <p:sp>
              <p:nvSpPr>
                <p:cNvPr id="36" name="$3">
                  <a:extLst>
                    <a:ext uri="{FF2B5EF4-FFF2-40B4-BE49-F238E27FC236}">
                      <a16:creationId xmlns:a16="http://schemas.microsoft.com/office/drawing/2014/main" id="{E7708E9E-AA02-1F4D-B0D0-1F93A1BFF89F}"/>
                    </a:ext>
                  </a:extLst>
                </p:cNvPr>
                <p:cNvSpPr txBox="1"/>
                <p:nvPr/>
              </p:nvSpPr>
              <p:spPr>
                <a:xfrm>
                  <a:off x="5818428" y="288162"/>
                  <a:ext cx="5549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$$$</a:t>
                  </a:r>
                </a:p>
              </p:txBody>
            </p:sp>
            <p:pic>
              <p:nvPicPr>
                <p:cNvPr id="40" name="leg" descr="Foot with solid fill">
                  <a:extLst>
                    <a:ext uri="{FF2B5EF4-FFF2-40B4-BE49-F238E27FC236}">
                      <a16:creationId xmlns:a16="http://schemas.microsoft.com/office/drawing/2014/main" id="{431E687F-047A-3DA9-4B77-D20DB88F4A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81908" y="1201606"/>
                  <a:ext cx="457200" cy="457200"/>
                </a:xfrm>
                <a:prstGeom prst="rect">
                  <a:avLst/>
                </a:prstGeom>
              </p:spPr>
            </p:pic>
            <p:pic>
              <p:nvPicPr>
                <p:cNvPr id="42" name="arm" descr="Muscular arm with solid fill">
                  <a:extLst>
                    <a:ext uri="{FF2B5EF4-FFF2-40B4-BE49-F238E27FC236}">
                      <a16:creationId xmlns:a16="http://schemas.microsoft.com/office/drawing/2014/main" id="{385C7B3A-E7AA-EE00-1DDE-87ACB57628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10508" y="973006"/>
                  <a:ext cx="457200" cy="457200"/>
                </a:xfrm>
                <a:prstGeom prst="rect">
                  <a:avLst/>
                </a:prstGeom>
              </p:spPr>
            </p:pic>
          </p:grpSp>
          <p:pic>
            <p:nvPicPr>
              <p:cNvPr id="52" name="first_born_child" descr="Baby crawling with solid fill">
                <a:extLst>
                  <a:ext uri="{FF2B5EF4-FFF2-40B4-BE49-F238E27FC236}">
                    <a16:creationId xmlns:a16="http://schemas.microsoft.com/office/drawing/2014/main" id="{F005429A-704C-54F6-1E20-B523A5282B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031224" y="2187734"/>
                <a:ext cx="685800" cy="685800"/>
              </a:xfrm>
              <a:prstGeom prst="rect">
                <a:avLst/>
              </a:prstGeom>
            </p:spPr>
          </p:pic>
        </p:grpSp>
      </p:grpSp>
      <p:graphicFrame>
        <p:nvGraphicFramePr>
          <p:cNvPr id="45" name="feature_table">
            <a:extLst>
              <a:ext uri="{FF2B5EF4-FFF2-40B4-BE49-F238E27FC236}">
                <a16:creationId xmlns:a16="http://schemas.microsoft.com/office/drawing/2014/main" id="{930DC177-616D-C3AF-AE28-89602EB2C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32208"/>
              </p:ext>
            </p:extLst>
          </p:nvPr>
        </p:nvGraphicFramePr>
        <p:xfrm>
          <a:off x="3809908" y="1703966"/>
          <a:ext cx="4572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90389006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95897178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120433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8483072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Beds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Baths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3712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Townhouse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Sq Ft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1,100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7684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Walkable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Public Transit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61304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Bikeable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Time to Work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14 min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36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Area Livability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71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Area Amenities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0655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Cost of Living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Crime Risk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8056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Health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A+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Schools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8633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Air Quality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58.67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Drinking Water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65.56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5114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Garbage Disposal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60.87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Noise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43.33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9118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Green Area Quality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55.43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Avg Annual Rainfall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28.26” (28th)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4041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Avg Summer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86.7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Avg Winter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55.8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128013"/>
                  </a:ext>
                </a:extLst>
              </a:tr>
            </a:tbl>
          </a:graphicData>
        </a:graphic>
      </p:graphicFrame>
      <p:sp>
        <p:nvSpPr>
          <p:cNvPr id="47" name="reveal_level_3">
            <a:extLst>
              <a:ext uri="{FF2B5EF4-FFF2-40B4-BE49-F238E27FC236}">
                <a16:creationId xmlns:a16="http://schemas.microsoft.com/office/drawing/2014/main" id="{173CF13B-0CA4-1FD7-6038-52CE39F0DC3C}"/>
              </a:ext>
            </a:extLst>
          </p:cNvPr>
          <p:cNvSpPr/>
          <p:nvPr/>
        </p:nvSpPr>
        <p:spPr>
          <a:xfrm>
            <a:off x="3718560" y="3990101"/>
            <a:ext cx="4773168" cy="2693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veal_level_2">
            <a:extLst>
              <a:ext uri="{FF2B5EF4-FFF2-40B4-BE49-F238E27FC236}">
                <a16:creationId xmlns:a16="http://schemas.microsoft.com/office/drawing/2014/main" id="{A9C779E1-CAA4-3CE8-4398-C829AA5530A5}"/>
              </a:ext>
            </a:extLst>
          </p:cNvPr>
          <p:cNvSpPr/>
          <p:nvPr/>
        </p:nvSpPr>
        <p:spPr>
          <a:xfrm>
            <a:off x="3718560" y="2618367"/>
            <a:ext cx="4773168" cy="1363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veal_level_1">
            <a:extLst>
              <a:ext uri="{FF2B5EF4-FFF2-40B4-BE49-F238E27FC236}">
                <a16:creationId xmlns:a16="http://schemas.microsoft.com/office/drawing/2014/main" id="{A9678980-844E-D470-01FB-19C564417517}"/>
              </a:ext>
            </a:extLst>
          </p:cNvPr>
          <p:cNvSpPr/>
          <p:nvPr/>
        </p:nvSpPr>
        <p:spPr>
          <a:xfrm>
            <a:off x="3718560" y="1761231"/>
            <a:ext cx="4773168" cy="8492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3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6" grpId="0" animBg="1"/>
      <p:bldP spid="5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344</Words>
  <Application>Microsoft Office PowerPoint</Application>
  <PresentationFormat>Widescreen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Pricing Housing &amp; Jobs</vt:lpstr>
      <vt:lpstr>Study 2: Evaluating job and house features</vt:lpstr>
      <vt:lpstr>Study 3: Eye tracking</vt:lpstr>
      <vt:lpstr>Study 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Bennett, Murray</dc:creator>
  <cp:lastModifiedBy>Bennett, Murray</cp:lastModifiedBy>
  <cp:revision>1</cp:revision>
  <dcterms:created xsi:type="dcterms:W3CDTF">2025-01-17T15:59:13Z</dcterms:created>
  <dcterms:modified xsi:type="dcterms:W3CDTF">2025-01-27T22:15:03Z</dcterms:modified>
</cp:coreProperties>
</file>